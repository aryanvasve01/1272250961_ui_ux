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Aptos"/>
              </a:rPr>
              <a:t>5 User Personas &amp; Journey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0">
                <a:solidFill>
                  <a:srgbClr val="646464"/>
                </a:solidFill>
                <a:latin typeface="Aptos"/>
              </a:rPr>
              <a:t>BMW vs Mercedes-Benz — Automotive Website Interface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423160"/>
            <a:ext cx="10835640" cy="73152"/>
          </a:xfrm>
          <a:prstGeom prst="rect">
            <a:avLst/>
          </a:prstGeom>
          <a:solidFill>
            <a:srgbClr val="CFE0FA"/>
          </a:solidFill>
          <a:ln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515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Personas based on the provided BMW vs Mercedes-Benz interface comparison, focusing on learnability, usability, navigation, visual hierarchy, accessibility, search, feedback, trust and personalization.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920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5 users • 5 journey stages • tasks + feelings + improvement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UX / UI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1: Daniel Mehta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32 years • Software professional • Premium car shopper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30" b="0">
                <a:solidFill>
                  <a:srgbClr val="141414"/>
                </a:solidFill>
                <a:latin typeface="Aptos"/>
              </a:rPr>
              <a:t>Compare premium cars online, understand key features, and move from research to a test-drive decision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Research-driven, time-poor, premium-oriented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Compare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Configure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Book &amp;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Decide &amp; 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website
Browses featured cars
Searches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model filters
Checks variants
Compares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Selects trim
Chooses colors/options
Reviews estimated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Requests test drive
Enters contact details
Chooses preferred dealer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saved configuration
Checks offers
Returns for final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Curious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Focused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Engaged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Cautious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Prominent model 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Side-by-side comparison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Simpler configurator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Faster test-drive booking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Saved configuration shortcut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Automotive UX • Persona 1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2: Priya Nair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29 years • Marketing manager • First-time luxury buyer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30" b="0">
                <a:solidFill>
                  <a:srgbClr val="141414"/>
                </a:solidFill>
                <a:latin typeface="Aptos"/>
              </a:rPr>
              <a:t>Understand which premium vehicle suits her lifestyle without needing expert automotive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Beginner, guidance-seeking, mobile-first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Understand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Book &amp;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Browses homepage
Looks at body styles
Reads highlights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by use case
Checks dimensions
Explores variants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Reads feature explanations
Views interior/exterior
Checks safety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Requests consultation
Selects dealership
Submits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model choice
Checks next steps
Waits for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Overwhelmed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Interested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Confused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Nervous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Reassured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Goal-based vehicle finder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Plain-language feature labels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Better comparison guidance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Shorter lead forms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confirmation/status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Automotive UX • Persona 2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3: Arjun Kapoor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41 years • Business owner • Repeat premium-car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30" b="0">
                <a:solidFill>
                  <a:srgbClr val="141414"/>
                </a:solidFill>
                <a:latin typeface="Aptos"/>
              </a:rPr>
              <a:t>Quickly find a new model, configure familiar preferences, and arrange a dealership interaction with minimal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Experienced, loyal, efficiency-focused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Compare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Configure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Book &amp;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saved/familiar brand
Checks latest models
Searches directly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variants
Checks upgrades
Reviews 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Reuses preferred options
Adjusts trim/features
Checks final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Books test drive
Uses saved details
Selects dealer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saved build
Compares offers
Finalizes dealership visit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Analytical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Satisfied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Impatient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Recent/saved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Fast variant comparison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Remember preferences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Auto-fill customer details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Repeat-buyer shortcut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Automotive UX • Persona 3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4: Sneha Rao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36 years • Family buyer • Safety-focused car researcher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30" b="0">
                <a:solidFill>
                  <a:srgbClr val="141414"/>
                </a:solidFill>
                <a:latin typeface="Aptos"/>
              </a:rPr>
              <a:t>Evaluate vehicles around safety, practicality, comfort and credibility before visiting a showroom.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Careful, family-oriented, trust-focused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Decide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family models
Browses SUV/sedan pages
Checks safety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size/body type
Checks seating/space
Reviews variants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Reads safety details
Checks technology
Looks for reviews/evidence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Requests test drive
Shares preferred date
Selects location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Rechecks features
Confirms dealer details
Plans showroom visit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Concerned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Careful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Reassured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Busy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Safety-first 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comparison tables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Evidence-backed feature details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Flexible booking options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Dealer/location clarity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Automotive UX • Persona 4 of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5: Kabir Shah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24 years • Design student • Luxury car enthusiast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30" b="0">
                <a:solidFill>
                  <a:srgbClr val="141414"/>
                </a:solidFill>
                <a:latin typeface="Aptos"/>
              </a:rPr>
              <a:t>Explore premium vehicles for inspiration and understand the visual/design differences between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Visual, aspirational, social-media influenced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Configure &amp;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920240"/>
            <a:ext cx="1828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Explores hero visuals
Browses new launches
Checks design stories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model galleries
Views interiors
Explores trims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styling
Checks colors/wheels
Reviews key specs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Builds preferred car
Captures configuration
Shares with friends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Revisits saved build
Checks updates
Explores similar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Excited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Inspired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Selective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Playful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Aspirational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Visual model discovery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Richer gallery previews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Easy visual comparison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Shareable configurations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Personalized recommendations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Automotive UX • Persona 5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What the BMW vs Mercedes Comparison Reveals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ptos"/>
              </a:rPr>
              <a:t>Design priorities for a premium automotive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71600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Premium Visual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37360"/>
            <a:ext cx="5020055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Both websites score highly on visual hierarchy and minimalist design. Keep premium imagery, whitespace and clear focal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371600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Navigation &amp; Learnability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5020055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Both score strongly on learnability, usability and navigation. Preserve the clear menu structure while making model discovery even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Configurator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5020055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BMW stands out for engaging vehicle exploration/configuration. Make configuration simple, guided and easy to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971800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Search, Accessibility &amp;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37560"/>
            <a:ext cx="5020055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The comparison identifies search, accessibility and system feedback as improvement areas. Strengthen filters, status messages, contrast and error recovery.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4348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Trust &amp; 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937759"/>
            <a:ext cx="5020055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Both brands benefit from strong credibility and personalization. Saved configurations, preferences and transparent dealer/test-drive flows can improve conversion.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DEF1E2"/>
          </a:solidFill>
          <a:ln w="12700">
            <a:solidFill>
              <a:srgbClr val="AA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17920"/>
            <a:ext cx="10607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ptos"/>
              </a:rPr>
              <a:t>Priority: combine BMW's engaging vehicle exploration with Mercedes-Benz's consistency, strong search and clear system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Design recommendation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